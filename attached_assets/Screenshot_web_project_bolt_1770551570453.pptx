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R Gelios" initials="ZG" lastIdx="12" clrIdx="0">
    <p:extLst>
      <p:ext uri="{19B8F6BF-5375-455C-9EA6-DF929625EA0E}">
        <p15:presenceInfo xmlns:p15="http://schemas.microsoft.com/office/powerpoint/2012/main" userId="9ae16b37ab96cd6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4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8T15:24:21.908" idx="1">
    <p:pos x="10" y="10"/>
    <p:text>Landing page</p:text>
    <p:extLst>
      <p:ext uri="{C676402C-5697-4E1C-873F-D02D1690AC5C}">
        <p15:threadingInfo xmlns:p15="http://schemas.microsoft.com/office/powerpoint/2012/main" timeZoneBias="-2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8T15:24:39.001" idx="2">
    <p:pos x="10" y="10"/>
    <p:text>Landing page</p:text>
    <p:extLst>
      <p:ext uri="{C676402C-5697-4E1C-873F-D02D1690AC5C}">
        <p15:threadingInfo xmlns:p15="http://schemas.microsoft.com/office/powerpoint/2012/main" timeZoneBias="-2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8T15:24:53.715" idx="3">
    <p:pos x="10" y="10"/>
    <p:text>Landing page</p:text>
    <p:extLst>
      <p:ext uri="{C676402C-5697-4E1C-873F-D02D1690AC5C}">
        <p15:threadingInfo xmlns:p15="http://schemas.microsoft.com/office/powerpoint/2012/main" timeZoneBias="-2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8T15:25:15.150" idx="4">
    <p:pos x="10" y="10"/>
    <p:text>Landing page (pop out window badge description)</p:text>
    <p:extLst>
      <p:ext uri="{C676402C-5697-4E1C-873F-D02D1690AC5C}">
        <p15:threadingInfo xmlns:p15="http://schemas.microsoft.com/office/powerpoint/2012/main" timeZoneBias="-24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8T15:25:32.310" idx="5">
    <p:pos x="10" y="10"/>
    <p:text>Landing page (pop out window badge description)</p:text>
    <p:extLst>
      <p:ext uri="{C676402C-5697-4E1C-873F-D02D1690AC5C}">
        <p15:threadingInfo xmlns:p15="http://schemas.microsoft.com/office/powerpoint/2012/main" timeZoneBias="-24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8T15:25:35.599" idx="6">
    <p:pos x="10" y="10"/>
    <p:text>Landing page (pop out window badge description)</p:text>
    <p:extLst>
      <p:ext uri="{C676402C-5697-4E1C-873F-D02D1690AC5C}">
        <p15:threadingInfo xmlns:p15="http://schemas.microsoft.com/office/powerpoint/2012/main" timeZoneBias="-24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8T15:25:40.983" idx="7">
    <p:pos x="10" y="10"/>
    <p:text>Simulator inputs</p:text>
    <p:extLst>
      <p:ext uri="{C676402C-5697-4E1C-873F-D02D1690AC5C}">
        <p15:threadingInfo xmlns:p15="http://schemas.microsoft.com/office/powerpoint/2012/main" timeZoneBias="-24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8T15:25:52.246" idx="8">
    <p:pos x="10" y="10"/>
    <p:text>Simulator inputs</p:text>
    <p:extLst>
      <p:ext uri="{C676402C-5697-4E1C-873F-D02D1690AC5C}">
        <p15:threadingInfo xmlns:p15="http://schemas.microsoft.com/office/powerpoint/2012/main" timeZoneBias="-24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8T15:25:57.496" idx="9">
    <p:pos x="10" y="10"/>
    <p:text>Simulator loading page gamification</p:text>
    <p:extLst>
      <p:ext uri="{C676402C-5697-4E1C-873F-D02D1690AC5C}">
        <p15:threadingInfo xmlns:p15="http://schemas.microsoft.com/office/powerpoint/2012/main" timeZoneBias="-24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8T15:26:14.851" idx="10">
    <p:pos x="10" y="10"/>
    <p:text>Result page (pasted in order left to right) but actually is snapshot of scroll down navigation</p:text>
    <p:extLst>
      <p:ext uri="{C676402C-5697-4E1C-873F-D02D1690AC5C}">
        <p15:threadingInfo xmlns:p15="http://schemas.microsoft.com/office/powerpoint/2012/main" timeZoneBias="-240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8T15:27:03.215" idx="11">
    <p:pos x="10" y="10"/>
    <p:text>Result page (pasted in order left to right) but actually is snapshot of scroll down navigation</p:text>
    <p:extLst>
      <p:ext uri="{C676402C-5697-4E1C-873F-D02D1690AC5C}">
        <p15:threadingInfo xmlns:p15="http://schemas.microsoft.com/office/powerpoint/2012/main" timeZoneBias="-240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8T15:27:07.191" idx="12">
    <p:pos x="10" y="10"/>
    <p:text>Result page (pasted in order left to right) but actually is snapshot of scroll down navigation</p:text>
    <p:extLst>
      <p:ext uri="{C676402C-5697-4E1C-873F-D02D1690AC5C}">
        <p15:threadingInfo xmlns:p15="http://schemas.microsoft.com/office/powerpoint/2012/main" timeZoneBias="-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210C8-422A-9C4E-EFCE-91B34BDFA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D42B5-F00A-F123-5C39-2BD9B65DE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09D5E-3A89-078A-3083-A719BAE69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D308-F461-4024-BC86-3F97095D2BA5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EC974-3FBC-2FD5-0062-339B28F1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BB536-7AD6-89F6-B757-CA790E243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E763-39FD-43D9-901D-0AB46D305B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85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8E50-7108-061D-B1DB-4E6D70C79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8D17F-F567-FC3F-DEEC-8BE9CAACC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50CB8-C408-087F-FD9E-9545DC29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D308-F461-4024-BC86-3F97095D2BA5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5828F-508A-BD90-F215-9C6D32134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96F95-D55B-97B9-F718-3FD6A6E3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E763-39FD-43D9-901D-0AB46D305B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1532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D66B-4DFE-8E2D-21E0-0C97E3E14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7798C-744F-57CE-80D5-1AFE61B6E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26C2C-3F3E-F795-DEA7-AE8B6EB3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D308-F461-4024-BC86-3F97095D2BA5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62A2-17A8-713D-6F03-9681B412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5E777-21C8-DAA7-F49A-4CF8D1586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E763-39FD-43D9-901D-0AB46D305B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317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49F5-544B-48B8-033B-856F7ADC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7FB04-3B24-A8F4-F918-997C135F2B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699DC-25AF-5436-F8DF-44B8C24B6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99F71-01AF-B951-E242-0DABF063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D308-F461-4024-BC86-3F97095D2BA5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2DDEF-A239-B182-75E4-E324808E1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D99CD-97ED-9BB4-3578-A2E445A0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E763-39FD-43D9-901D-0AB46D305B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2562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1C91E-68D1-A0F8-6BE8-FF331CF6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C321-1DD1-EBC8-FE19-46748E458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BD991-19F4-8EC8-5068-2A329E59F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892FCA-2E01-0503-4702-992F6CEBF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D1672-F4E3-159D-1E79-8DD53E61F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926DE-8D99-A7E8-BA95-7C33C5DBE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D308-F461-4024-BC86-3F97095D2BA5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8BBBBC-220C-2720-E01E-67D7EB74A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D344D7-5999-C810-97FC-19E18BBA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E763-39FD-43D9-901D-0AB46D305B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7977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DFE84-7A3D-A926-C036-5E1F5FDFB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015E9-C0A5-8294-20AC-6D0B843E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D308-F461-4024-BC86-3F97095D2BA5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8EE3A9-CA62-B470-C9B0-7BA44A87D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3939B-E9F9-7711-A928-5E8E5AD7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E763-39FD-43D9-901D-0AB46D305B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6709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6428D-15EC-3A80-B2FB-CC4F9DC5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D308-F461-4024-BC86-3F97095D2BA5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312C13-C901-A64B-5513-2AADF1AEA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D7828-F900-62C8-F1DE-E386AA13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E763-39FD-43D9-901D-0AB46D305B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514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1B0C-78AF-1F4D-044D-F41D5BB1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8910-F966-3956-1923-68B591172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CCAFD-FA2F-A514-4C4A-87B1CDBA9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F0A5B-E4C0-B583-49E4-1BD77E1B5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D308-F461-4024-BC86-3F97095D2BA5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959C5-7AF6-29B6-06B3-1A9BDCE3B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3FC43-58BD-F41B-FBD5-C63D0AC7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E763-39FD-43D9-901D-0AB46D305B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5411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E7D44-8417-889C-0391-D14A47DB2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BB68CC-714B-5505-30BE-A3E23DC0A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C986B-7D6E-4CC7-E534-7D02BC4B3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1409B-EB38-3392-9EFC-DFAB8D80B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D308-F461-4024-BC86-3F97095D2BA5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0B2BE-7AF3-BFDB-F484-2FBF626CE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2B11A-7B2B-80E8-98A6-2B0ED42DC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E763-39FD-43D9-901D-0AB46D305B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5399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DF0B-5BA5-8AAE-DED7-535FCBE3D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94C1B-361A-99D7-F25C-CEA569FBD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2FDD1-C5AA-A145-EE51-7A6ED3A6F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D308-F461-4024-BC86-3F97095D2BA5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5CDAF-926D-109F-9B67-599A68C7E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D35A0-042D-44F9-E0E4-DB838315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E763-39FD-43D9-901D-0AB46D305B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431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AF0334-EC6B-A539-443A-64BEF26018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CD3E5-D4E0-9044-D68F-F37A461C4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23EB8-C9C5-5027-24FE-61D24AA5D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D308-F461-4024-BC86-3F97095D2BA5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2006A-F737-7F9A-78DD-8C27E4497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C8A62-51DC-82C0-0091-397EC5D7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E763-39FD-43D9-901D-0AB46D305B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534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471485-2172-4B93-8B7B-6E2D18FFD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D978C-6D8F-E209-CCF2-7AF8D071E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374A8-F231-E340-E020-F5F211ECF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4D308-F461-4024-BC86-3F97095D2BA5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985E1-EEF4-E6C3-7C28-1C66E52D1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21D63-4E32-E5FA-7CEE-FE9201BFE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4E763-39FD-43D9-901D-0AB46D305B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6943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0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EF6039-2C45-DC3E-57D6-7055C2FB4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298" y="0"/>
            <a:ext cx="89734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17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2FBA36-1CB7-1D1E-9C66-6ACAC3B88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11" y="207944"/>
            <a:ext cx="8106906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50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9D8E8-3AA7-33E4-740F-B75953993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993" y="599680"/>
            <a:ext cx="9412013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46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308957-7C02-2E22-BF10-FB9D8009E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964" y="229214"/>
            <a:ext cx="8017300" cy="662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62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964C8-EAAF-6DA7-9ED7-60D5F2646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1DB1D-DB4C-D762-0EDF-84E4BF5AA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1188AF-1150-FBB0-4FA8-E27FDFAE5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855" y="489572"/>
            <a:ext cx="8224552" cy="636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206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7801B-FBC9-8B07-A019-4337E4E7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E98EF-AB3B-54BB-D358-EA0B8916E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CCB3C-E252-B528-50E0-AAD450668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222" y="365124"/>
            <a:ext cx="7904035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329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D2128-090B-259B-2C78-0A01438C4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A185A-947F-65B9-11EE-1EDE3DE84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C5932-DDCF-8A39-61E2-EC90FF813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808" y="0"/>
            <a:ext cx="58203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97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5D46D-142D-78C3-02B6-D60E056CA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71C5-83B9-2076-61CD-6A1116413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636F5-BC6B-CCA0-38F7-BEA294C9E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193" y="249382"/>
            <a:ext cx="5671637" cy="660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446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09589-D73C-1FEB-0368-2CBD459D5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C2850-8738-7243-6AC0-5A8456F03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94DFC8-A89F-DABC-B156-A0EA506E2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910" y="167878"/>
            <a:ext cx="6518180" cy="669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52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E421-B1B4-C8D7-9A22-5E0C8E02B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E18D2E9-D3AD-D211-5084-DD78097AD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8037" y="410150"/>
            <a:ext cx="3851064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F99C66-7EF7-466A-070F-621C28464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55" y="231776"/>
            <a:ext cx="3843185" cy="3997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B0E4D8-45DE-97B7-3AEC-97AADCA9B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539" y="410150"/>
            <a:ext cx="4145498" cy="381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33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35F7-71EB-6893-64F2-792E9E37C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86B1D-C573-E054-2483-E5286A428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C69182-41F9-2CAF-88AD-1A5F3C110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41" y="161454"/>
            <a:ext cx="5769015" cy="54678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926605-555E-39BC-883B-91CCCC51F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256" y="161454"/>
            <a:ext cx="493212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937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9B5DB-EF27-0AB9-A373-8908D9C1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20E2B-D5B9-7489-D9BF-A6F68FA42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DFFF31-AFC9-C126-315A-5B596E841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37" y="1361786"/>
            <a:ext cx="6992326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98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ZR Gelios</dc:creator>
  <cp:lastModifiedBy>ZR Gelios</cp:lastModifiedBy>
  <cp:revision>1</cp:revision>
  <dcterms:created xsi:type="dcterms:W3CDTF">2026-02-08T11:27:14Z</dcterms:created>
  <dcterms:modified xsi:type="dcterms:W3CDTF">2026-02-08T11:27:51Z</dcterms:modified>
</cp:coreProperties>
</file>